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6509EB-9846-0854-A3CE-319F02FF20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6D576F6-360F-C312-92AF-00C5722823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54A9C28-AE12-0355-E4DA-839D73852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C6A5A-34DF-4FFF-8595-4D50CFE0C3ED}" type="datetimeFigureOut">
              <a:rPr lang="pt-BR" smtClean="0"/>
              <a:t>16/08/2026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723556F-4892-54FA-E736-9706679E0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CBB0C66-E707-2DA8-E771-19C895EF2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99FA6-53A5-4D2B-AF16-2F299B5DD02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15893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9286EF-81AC-9342-6289-1B18B776E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095DDDA-F98C-5ADB-F4AA-409DA52117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94A26DA-DBCA-C8C8-47A6-D89576658E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C6A5A-34DF-4FFF-8595-4D50CFE0C3ED}" type="datetimeFigureOut">
              <a:rPr lang="pt-BR" smtClean="0"/>
              <a:t>16/08/2026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24E9C3C-9CEF-EABC-AD88-FF0C7555FB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508239D-25CF-AC40-03AE-F11A3B53B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99FA6-53A5-4D2B-AF16-2F299B5DD02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759588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B20344-33CA-24CD-14CA-D43B188BFE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9D8AAE3-4B60-A7F8-81AC-55D032C7D6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123DB4E-1018-68F8-B18A-280127D8C7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C6A5A-34DF-4FFF-8595-4D50CFE0C3ED}" type="datetimeFigureOut">
              <a:rPr lang="pt-BR" smtClean="0"/>
              <a:t>16/08/2026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6840EAB-389F-6F19-27BD-3C11910E2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F63BA7B-2A17-3AA1-5872-596626318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99FA6-53A5-4D2B-AF16-2F299B5DD02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951754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982A36-846E-0BAF-3C1F-AAC1AA70D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E0008FB-D92E-BD83-D061-C3A868975B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0AF033A-3B8F-2B3F-4E35-C287A996B2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691A51D-8DA5-B68E-DE9D-5CC9D827FC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C6A5A-34DF-4FFF-8595-4D50CFE0C3ED}" type="datetimeFigureOut">
              <a:rPr lang="pt-BR" smtClean="0"/>
              <a:t>16/08/2026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5BD4F4C-EBEA-473C-41D3-C8894B597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6962F63-5D7F-FE44-6599-8C7AD8C03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99FA6-53A5-4D2B-AF16-2F299B5DD02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768605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9841CE-F980-30B9-3158-2E5E1E728E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3B7F047-1922-27C8-FE0E-28BF4ADBEE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BEC0FED-DC86-10BF-97D5-2740D3A816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0810CF5A-84D4-2871-4222-9BB43A3D6F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6F573C48-3FD1-0448-0AC0-88A2B3D8AA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EF2726A-C648-C50E-462E-C81961FD28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C6A5A-34DF-4FFF-8595-4D50CFE0C3ED}" type="datetimeFigureOut">
              <a:rPr lang="pt-BR" smtClean="0"/>
              <a:t>16/08/2026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6893968D-E664-2A38-2D67-EEC796BF76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C0831907-7791-4C4D-3C28-5FB54F953C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99FA6-53A5-4D2B-AF16-2F299B5DD02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70624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2F0235-5CBE-ED88-FB1F-08F104152D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3A5EAEF-67B7-D639-FAE2-FF92A0581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C6A5A-34DF-4FFF-8595-4D50CFE0C3ED}" type="datetimeFigureOut">
              <a:rPr lang="pt-BR" smtClean="0"/>
              <a:t>16/08/2026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49BAC84-F4F4-9674-B958-DA40520DAB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81512058-A7A3-1653-C16F-068AC5198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99FA6-53A5-4D2B-AF16-2F299B5DD02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840815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D1A1C863-4A5F-473C-2979-180EAF3C54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C6A5A-34DF-4FFF-8595-4D50CFE0C3ED}" type="datetimeFigureOut">
              <a:rPr lang="pt-BR" smtClean="0"/>
              <a:t>16/08/2026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3D1EDE2-BD95-1A76-1A94-C302DCDE2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DBF0963-F0B7-58FF-DD9E-6A0F0E50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99FA6-53A5-4D2B-AF16-2F299B5DD02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807564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60DE74-D2E6-C022-451D-A5FA82FDFC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E728C0A-F6FB-452C-85E2-606B89ECF0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19924B5-2BDD-8E9A-B389-1AFC5A9BB0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A507A25-21AC-C26C-7DD8-893937AB69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C6A5A-34DF-4FFF-8595-4D50CFE0C3ED}" type="datetimeFigureOut">
              <a:rPr lang="pt-BR" smtClean="0"/>
              <a:t>16/08/2026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2A828B0-5FD8-7E92-DB9F-69E13742A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C6A8093-8111-46A2-B000-0014EEA1C8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99FA6-53A5-4D2B-AF16-2F299B5DD02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882983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57BB07-F4EB-5ED6-677E-8430C02EB6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7473F5C8-56E9-9623-6A70-342907DBA0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32AC9DC-66AF-AD8E-2097-4FE888AE14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3B475B9-D0FC-EA8E-9BDF-F16F701D49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C6A5A-34DF-4FFF-8595-4D50CFE0C3ED}" type="datetimeFigureOut">
              <a:rPr lang="pt-BR" smtClean="0"/>
              <a:t>16/08/2026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4B98CC9-2309-A6EB-23D9-A57B26D574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E188B9F-BCEB-44BF-1735-F13C75065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99FA6-53A5-4D2B-AF16-2F299B5DD02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201187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048BA7-28B3-BD94-7CB9-5A96B6673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869F78F-48B2-F8B9-DE5B-2265B507F1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B12115C-3AD6-1CF9-F1CA-0CFCCBA346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C6A5A-34DF-4FFF-8595-4D50CFE0C3ED}" type="datetimeFigureOut">
              <a:rPr lang="pt-BR" smtClean="0"/>
              <a:t>16/08/2026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BB16DA1-E490-7EA7-F6FF-2B1655C232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862D44A-3098-480B-6EFD-2F95ADB49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99FA6-53A5-4D2B-AF16-2F299B5DD02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09848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57149A6-73C8-210E-7F68-48326ACAE6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EC60BF7-73BB-CCC7-9505-C51BB2C3CE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214BC8A-7CD5-1B55-A955-6FFAFBA8F1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C6A5A-34DF-4FFF-8595-4D50CFE0C3ED}" type="datetimeFigureOut">
              <a:rPr lang="pt-BR" smtClean="0"/>
              <a:t>16/08/2026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F9F6BA5-98E5-6AFA-5FA2-7358CF3DE7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1DF79BD-DF26-B892-E4FD-33F9F040B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99FA6-53A5-4D2B-AF16-2F299B5DD02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048190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4CF14D2C-F0D3-0A26-4E69-8481DB160F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B333B91-C93D-95EA-7698-05A1D933E2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3B865A9-7B42-428E-CE7D-AEE209ABAF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0C6A5A-34DF-4FFF-8595-4D50CFE0C3ED}" type="datetimeFigureOut">
              <a:rPr lang="pt-BR" smtClean="0"/>
              <a:t>16/08/2026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DEB47AE-0CE8-A1BE-BEB9-DE7FB62902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B17C866-5AC4-4A33-1046-FF553D9459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999FA6-53A5-4D2B-AF16-2F299B5DD02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263623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82C833D2-EEDA-2C2C-9B9B-3C27554DE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🚀 Desafio 1:</a:t>
            </a:r>
            <a:endParaRPr lang="pt-BR" dirty="0"/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592C7F83-8686-47F4-A440-E7A8BC00B7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pt-BR" b="1" dirty="0"/>
              <a:t>O Gerador de Crachá (Aquecimento)</a:t>
            </a:r>
          </a:p>
          <a:p>
            <a:pPr marL="0" indent="0">
              <a:buNone/>
            </a:pPr>
            <a:r>
              <a:rPr lang="pt-BR" b="1" dirty="0"/>
              <a:t>Objetivo:</a:t>
            </a:r>
            <a:r>
              <a:rPr lang="pt-BR" dirty="0"/>
              <a:t> Praticar a criação de variáveis, a função input() e o uso de f-</a:t>
            </a:r>
            <a:r>
              <a:rPr lang="pt-BR" dirty="0" err="1"/>
              <a:t>strings</a:t>
            </a:r>
            <a:r>
              <a:rPr lang="pt-BR" dirty="0"/>
              <a:t> para juntar texto e variáveis.</a:t>
            </a:r>
          </a:p>
          <a:p>
            <a:pPr marL="0" indent="0">
              <a:buNone/>
            </a:pPr>
            <a:r>
              <a:rPr lang="pt-BR" b="1" dirty="0"/>
              <a:t>O Cenário:</a:t>
            </a:r>
            <a:br>
              <a:rPr lang="pt-BR" dirty="0"/>
            </a:br>
            <a:r>
              <a:rPr lang="pt-BR" dirty="0"/>
              <a:t>A empresa "Tech </a:t>
            </a:r>
            <a:r>
              <a:rPr lang="pt-BR" dirty="0" err="1"/>
              <a:t>Corp</a:t>
            </a:r>
            <a:r>
              <a:rPr lang="pt-BR" dirty="0"/>
              <a:t>" precisa de um script simples para gerar o texto que será impresso no crachá dos novos funcionários.</a:t>
            </a:r>
          </a:p>
          <a:p>
            <a:pPr marL="0" indent="0">
              <a:buNone/>
            </a:pPr>
            <a:r>
              <a:rPr lang="pt-BR" b="1" dirty="0"/>
              <a:t>O que o programa deve fazer:</a:t>
            </a:r>
            <a:endParaRPr lang="pt-BR" dirty="0"/>
          </a:p>
          <a:p>
            <a:r>
              <a:rPr lang="pt-BR" dirty="0"/>
              <a:t>Perguntar o nome do funcionário.</a:t>
            </a:r>
          </a:p>
          <a:p>
            <a:r>
              <a:rPr lang="pt-BR" dirty="0"/>
              <a:t>Perguntar o cargo do funcionário.</a:t>
            </a:r>
          </a:p>
          <a:p>
            <a:r>
              <a:rPr lang="pt-BR" dirty="0"/>
              <a:t>Perguntar o ano de contratação (como número inteiro).</a:t>
            </a:r>
          </a:p>
          <a:p>
            <a:r>
              <a:rPr lang="pt-BR" dirty="0"/>
              <a:t>Imprimir o crachá formatado.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326562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0E3AE2-5E6A-879B-ADA2-A70A17D575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pt-BR" sz="4000" b="1" dirty="0"/>
            </a:br>
            <a:r>
              <a:rPr lang="pt-BR" sz="4000" b="1" dirty="0"/>
              <a:t>💱 Desafio 2: O Conversor de Moedas</a:t>
            </a:r>
            <a:br>
              <a:rPr lang="pt-BR" sz="4000" b="1" dirty="0"/>
            </a:br>
            <a:r>
              <a:rPr lang="pt-BR" sz="4000" b="1" dirty="0"/>
              <a:t>(Matemática Básica e Casting)</a:t>
            </a:r>
            <a:br>
              <a:rPr lang="pt-BR" b="1" dirty="0"/>
            </a:br>
            <a:endParaRPr lang="pt-BR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F6C6B0B8-E88A-166F-AE30-8EA8F446D05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pt-BR" b="1" dirty="0"/>
                  <a:t>Objetivo:</a:t>
                </a:r>
                <a:r>
                  <a:rPr lang="pt-BR" dirty="0"/>
                  <a:t> Praticar o casting </a:t>
                </a:r>
                <a:r>
                  <a:rPr lang="pt-BR" dirty="0" err="1"/>
                  <a:t>float</a:t>
                </a:r>
                <a:r>
                  <a:rPr lang="pt-BR" dirty="0"/>
                  <a:t>(), operadores matemáticos básicos (/) e formatação de casas decimais.</a:t>
                </a:r>
              </a:p>
              <a:p>
                <a:pPr marL="0" indent="0">
                  <a:buNone/>
                </a:pPr>
                <a:r>
                  <a:rPr lang="pt-BR" b="1" dirty="0"/>
                  <a:t>O Cenário:</a:t>
                </a:r>
                <a:br>
                  <a:rPr lang="pt-BR" dirty="0"/>
                </a:br>
                <a:r>
                  <a:rPr lang="pt-BR" dirty="0"/>
                  <a:t>Um aluno vai viajar para o exterior e precisa saber quantos Dólares e quantos Euros ele consegue comprar com os Reais que ele economizou. </a:t>
                </a:r>
              </a:p>
              <a:p>
                <a:pPr marL="0" indent="0">
                  <a:buNone/>
                </a:pPr>
                <a:r>
                  <a:rPr lang="pt-BR" dirty="0"/>
                  <a:t>Considere: 1 Dólar = R$ </a:t>
                </a:r>
                <a14:m>
                  <m:oMath xmlns:m="http://schemas.openxmlformats.org/officeDocument/2006/math">
                    <m:r>
                      <a:rPr lang="pt-BR"/>
                      <m:t>5,00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i="1"/>
                      <m:t>𝑒</m:t>
                    </m:r>
                    <m:r>
                      <a:rPr lang="pt-BR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/>
                      <m:t>1</m:t>
                    </m:r>
                    <m:r>
                      <a:rPr lang="pt-BR" i="1"/>
                      <m:t>𝐸𝑢𝑟𝑜</m:t>
                    </m:r>
                    <m:r>
                      <a:rPr lang="pt-BR"/>
                      <m:t>=</m:t>
                    </m:r>
                    <m:r>
                      <m:rPr>
                        <m:sty m:val="p"/>
                      </m:rPr>
                      <a:rPr lang="pt-BR" b="0" i="0" smtClean="0">
                        <a:latin typeface="Cambria Math" panose="02040503050406030204" pitchFamily="18" charset="0"/>
                      </a:rPr>
                      <m:t>R</m:t>
                    </m:r>
                    <m:r>
                      <a:rPr lang="pt-BR" b="0" i="0" smtClean="0">
                        <a:latin typeface="Cambria Math" panose="02040503050406030204" pitchFamily="18" charset="0"/>
                      </a:rPr>
                      <m:t>$</m:t>
                    </m:r>
                  </m:oMath>
                </a14:m>
                <a:r>
                  <a:rPr lang="pt-BR" dirty="0">
                    <a:effectLst/>
                  </a:rPr>
                  <a:t>5,40.</a:t>
                </a:r>
                <a:endParaRPr lang="pt-BR" dirty="0"/>
              </a:p>
              <a:p>
                <a:pPr marL="0" indent="0">
                  <a:buNone/>
                </a:pPr>
                <a:r>
                  <a:rPr lang="pt-BR" b="1" dirty="0"/>
                  <a:t>O que o programa deve fazer:</a:t>
                </a:r>
                <a:endParaRPr lang="pt-BR" dirty="0"/>
              </a:p>
              <a:p>
                <a:r>
                  <a:rPr lang="pt-BR" dirty="0"/>
                  <a:t>Perguntar qual o valor em Reais (R$) que a pessoa tem na carteira.</a:t>
                </a:r>
              </a:p>
              <a:p>
                <a:r>
                  <a:rPr lang="pt-BR" dirty="0"/>
                  <a:t>Calcular o valor em Dólares.</a:t>
                </a:r>
              </a:p>
              <a:p>
                <a:r>
                  <a:rPr lang="pt-BR" dirty="0"/>
                  <a:t>Calcular o valor em Euros.</a:t>
                </a:r>
              </a:p>
              <a:p>
                <a:r>
                  <a:rPr lang="pt-BR" dirty="0"/>
                  <a:t>Mostrar os resultados limitando a </a:t>
                </a:r>
                <a:r>
                  <a:rPr lang="pt-BR" b="1" dirty="0"/>
                  <a:t>duas casas decimais</a:t>
                </a:r>
                <a:r>
                  <a:rPr lang="pt-BR" dirty="0"/>
                  <a:t> (:.2f).</a:t>
                </a:r>
              </a:p>
              <a:p>
                <a:endParaRPr lang="pt-BR" dirty="0"/>
              </a:p>
            </p:txBody>
          </p:sp>
        </mc:Choice>
        <mc:Fallback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F6C6B0B8-E88A-166F-AE30-8EA8F446D05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3501" r="-133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996447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0DFADF-831D-EAF5-4226-D32FC59E7E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sz="3600" b="1" dirty="0"/>
              <a:t>🍕 Desafio 3: A Divisão da Pizza (Divisão Inteira e Módulo)</a:t>
            </a:r>
            <a:br>
              <a:rPr lang="pt-BR" b="1" dirty="0"/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51BCDF6-5710-58FB-DBE4-358B3AF926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pt-BR" b="1" dirty="0"/>
              <a:t>Objetivo:</a:t>
            </a:r>
            <a:r>
              <a:rPr lang="pt-BR" dirty="0"/>
              <a:t> Entender a diferença entre a divisão normal (/), a divisão inteira (//) e o resto da divisão (%).</a:t>
            </a:r>
          </a:p>
          <a:p>
            <a:pPr marL="0" indent="0">
              <a:buNone/>
            </a:pPr>
            <a:r>
              <a:rPr lang="pt-BR" b="1" dirty="0"/>
              <a:t>O Cenário:</a:t>
            </a:r>
            <a:br>
              <a:rPr lang="pt-BR" dirty="0"/>
            </a:br>
            <a:r>
              <a:rPr lang="pt-BR" dirty="0"/>
              <a:t>Um grupo de amigos pediu uma pizza gigante. Eles querem dividir a pizza de forma perfeitamente igual (ninguém pode comer mais que o outro). As fatias que sobrarem serão dadas ao cachorro.</a:t>
            </a:r>
          </a:p>
          <a:p>
            <a:pPr marL="0" indent="0">
              <a:buNone/>
            </a:pPr>
            <a:r>
              <a:rPr lang="pt-BR" b="1" dirty="0"/>
              <a:t>O que o programa deve fazer:</a:t>
            </a:r>
            <a:endParaRPr lang="pt-BR" dirty="0"/>
          </a:p>
          <a:p>
            <a:r>
              <a:rPr lang="pt-BR" dirty="0"/>
              <a:t>Perguntar o número total de fatias da pizza.</a:t>
            </a:r>
          </a:p>
          <a:p>
            <a:r>
              <a:rPr lang="pt-BR" dirty="0"/>
              <a:t>Perguntar o número de amigos.</a:t>
            </a:r>
          </a:p>
          <a:p>
            <a:r>
              <a:rPr lang="pt-BR" dirty="0"/>
              <a:t>Calcular quantas fatias inteiras cada amigo vai comer.</a:t>
            </a:r>
          </a:p>
          <a:p>
            <a:r>
              <a:rPr lang="pt-BR" dirty="0"/>
              <a:t>Calcular quantas fatias vão sobrar para o cachorro.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863476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C42A73-4E74-F34F-130F-79B8EB309E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100" b="1" dirty="0"/>
              <a:t>🎢 Desafio 4: A Catraca do Parque (Operadores Relacionais)</a:t>
            </a:r>
            <a:br>
              <a:rPr lang="pt-BR" b="1" dirty="0"/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F8B2F85-F960-B822-3C56-9CBA663BB3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pt-BR" b="1" dirty="0"/>
              <a:t>Objetivo:</a:t>
            </a:r>
            <a:r>
              <a:rPr lang="pt-BR" dirty="0"/>
              <a:t> Introduzir operações que retornam </a:t>
            </a:r>
            <a:r>
              <a:rPr lang="pt-BR" dirty="0" err="1"/>
              <a:t>True</a:t>
            </a:r>
            <a:r>
              <a:rPr lang="pt-BR" dirty="0"/>
              <a:t> ou False (Booleanos) sem usar </a:t>
            </a:r>
            <a:r>
              <a:rPr lang="pt-BR" dirty="0" err="1"/>
              <a:t>if</a:t>
            </a:r>
            <a:r>
              <a:rPr lang="pt-BR" dirty="0"/>
              <a:t>/</a:t>
            </a:r>
            <a:r>
              <a:rPr lang="pt-BR" dirty="0" err="1"/>
              <a:t>else</a:t>
            </a:r>
            <a:r>
              <a:rPr lang="pt-BR" dirty="0"/>
              <a:t>.</a:t>
            </a:r>
          </a:p>
          <a:p>
            <a:pPr marL="0" indent="0">
              <a:buNone/>
            </a:pPr>
            <a:r>
              <a:rPr lang="pt-BR" b="1" dirty="0"/>
              <a:t>O Cenário:</a:t>
            </a:r>
            <a:br>
              <a:rPr lang="pt-BR" dirty="0"/>
            </a:br>
            <a:r>
              <a:rPr lang="pt-BR" dirty="0"/>
              <a:t>Um parque de diversões instalou uma montanha-russa radical. Por motivos de segurança, a altura mínima para entrar no brinquedo é de </a:t>
            </a:r>
            <a:r>
              <a:rPr lang="pt-BR" b="1" dirty="0"/>
              <a:t>1.45m</a:t>
            </a:r>
            <a:r>
              <a:rPr lang="pt-BR" dirty="0"/>
              <a:t>. O programa da catraca deve ler a altura e acender uma luz verde (</a:t>
            </a:r>
            <a:r>
              <a:rPr lang="pt-BR" dirty="0" err="1"/>
              <a:t>True</a:t>
            </a:r>
            <a:r>
              <a:rPr lang="pt-BR" dirty="0"/>
              <a:t>) ou vermelha (False).</a:t>
            </a:r>
          </a:p>
          <a:p>
            <a:pPr marL="0" indent="0">
              <a:buNone/>
            </a:pPr>
            <a:r>
              <a:rPr lang="pt-BR" b="1" dirty="0"/>
              <a:t>O que o programa deve fazer:</a:t>
            </a:r>
            <a:endParaRPr lang="pt-BR" dirty="0"/>
          </a:p>
          <a:p>
            <a:r>
              <a:rPr lang="pt-BR" dirty="0"/>
              <a:t>Perguntar a altura do visitante em metros.</a:t>
            </a:r>
          </a:p>
          <a:p>
            <a:r>
              <a:rPr lang="pt-BR" dirty="0"/>
              <a:t>Comparar se a altura é maior ou igual a 1.45.</a:t>
            </a:r>
          </a:p>
          <a:p>
            <a:r>
              <a:rPr lang="pt-BR" dirty="0"/>
              <a:t>Guardar o resultado (</a:t>
            </a:r>
            <a:r>
              <a:rPr lang="pt-BR" dirty="0" err="1"/>
              <a:t>True</a:t>
            </a:r>
            <a:r>
              <a:rPr lang="pt-BR" dirty="0"/>
              <a:t>/False) em uma variável.</a:t>
            </a:r>
          </a:p>
          <a:p>
            <a:r>
              <a:rPr lang="pt-BR" dirty="0"/>
              <a:t>Imprimir o status de liberação da catraca.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22498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7F4886-002D-C736-28CC-3116F28B8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pt-BR" b="1" dirty="0"/>
            </a:br>
            <a:r>
              <a:rPr lang="pt-BR" b="1" dirty="0"/>
              <a:t>🚀 Desafio 5: Filtro de Estágio</a:t>
            </a:r>
            <a:br>
              <a:rPr lang="pt-BR" b="1" dirty="0"/>
            </a:br>
            <a:r>
              <a:rPr lang="pt-BR" b="1" dirty="0"/>
              <a:t> (Boss </a:t>
            </a:r>
            <a:r>
              <a:rPr lang="pt-BR" b="1" dirty="0" err="1"/>
              <a:t>Fight</a:t>
            </a:r>
            <a:r>
              <a:rPr lang="pt-BR" b="1" dirty="0"/>
              <a:t> - Lógica Completa)</a:t>
            </a:r>
            <a:br>
              <a:rPr lang="pt-BR" b="1" dirty="0"/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31D20FC-1764-0F5B-A81A-832CC54F6C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pt-BR" b="1" dirty="0"/>
              <a:t>Objetivo:</a:t>
            </a:r>
            <a:r>
              <a:rPr lang="pt-BR" dirty="0"/>
              <a:t> Juntar TUDO. Casting de tipos diferentes, operadores matemáticos, relacionais e o grande desafio: </a:t>
            </a:r>
            <a:r>
              <a:rPr lang="pt-BR" b="1" dirty="0"/>
              <a:t>Operadores Lógicos (</a:t>
            </a:r>
            <a:r>
              <a:rPr lang="pt-BR" b="1" dirty="0" err="1"/>
              <a:t>and</a:t>
            </a:r>
            <a:r>
              <a:rPr lang="pt-BR" b="1" dirty="0"/>
              <a:t>)</a:t>
            </a:r>
            <a:r>
              <a:rPr lang="pt-BR" dirty="0"/>
              <a:t>.</a:t>
            </a:r>
          </a:p>
          <a:p>
            <a:pPr marL="0" indent="0">
              <a:buNone/>
            </a:pPr>
            <a:r>
              <a:rPr lang="pt-BR" b="1" dirty="0"/>
              <a:t>O Cenário:</a:t>
            </a:r>
            <a:br>
              <a:rPr lang="pt-BR" dirty="0"/>
            </a:br>
            <a:r>
              <a:rPr lang="pt-BR" dirty="0"/>
              <a:t>O SENAI está selecionando alunos para uma vaga de estágio em Python. Para o currículo passar no filtro automático, o candidato precisa preencher </a:t>
            </a:r>
            <a:r>
              <a:rPr lang="pt-BR" b="1" dirty="0"/>
              <a:t>TODOS</a:t>
            </a:r>
            <a:r>
              <a:rPr lang="pt-BR" dirty="0"/>
              <a:t> os 3 requisitos abaixo:</a:t>
            </a:r>
          </a:p>
          <a:p>
            <a:pPr marL="0" lvl="0" indent="0">
              <a:buNone/>
            </a:pPr>
            <a:r>
              <a:rPr lang="pt-BR" dirty="0"/>
              <a:t>Ter idade maior ou igual a 16 anos.</a:t>
            </a:r>
          </a:p>
          <a:p>
            <a:pPr marL="0" lvl="0" indent="0">
              <a:buNone/>
            </a:pPr>
            <a:r>
              <a:rPr lang="pt-BR" dirty="0"/>
              <a:t>A nota no teste de lógica deve ser maior ou igual a 7.0.</a:t>
            </a:r>
          </a:p>
          <a:p>
            <a:pPr marL="0" lvl="0" indent="0">
              <a:buNone/>
            </a:pPr>
            <a:r>
              <a:rPr lang="pt-BR" dirty="0"/>
              <a:t>O candidato precisa responder "1" (Sim) para a pergunta se sabe Python.</a:t>
            </a:r>
          </a:p>
          <a:p>
            <a:pPr marL="0" indent="0">
              <a:buNone/>
            </a:pPr>
            <a:r>
              <a:rPr lang="pt-BR" b="1" dirty="0"/>
              <a:t>O que o programa deve fazer:</a:t>
            </a:r>
            <a:endParaRPr lang="pt-BR" dirty="0"/>
          </a:p>
          <a:p>
            <a:r>
              <a:rPr lang="pt-BR" dirty="0"/>
              <a:t>Pedir o nome, a idade, a nota do teste e se o aluno sabe Python (pedir para digitar 1 para Sim e 0 para Não).</a:t>
            </a:r>
          </a:p>
          <a:p>
            <a:r>
              <a:rPr lang="pt-BR" dirty="0"/>
              <a:t>Fazer as verificações lógicas usando and.</a:t>
            </a:r>
          </a:p>
          <a:p>
            <a:r>
              <a:rPr lang="pt-BR" dirty="0"/>
              <a:t>Mostrar se o candidato está apto para a vaga (</a:t>
            </a:r>
            <a:r>
              <a:rPr lang="pt-BR" dirty="0" err="1"/>
              <a:t>True</a:t>
            </a:r>
            <a:r>
              <a:rPr lang="pt-BR" dirty="0"/>
              <a:t> ou False).</a:t>
            </a:r>
          </a:p>
          <a:p>
            <a:pPr marL="0" indent="0">
              <a:buNone/>
            </a:pPr>
            <a:r>
              <a:rPr lang="pt-BR" i="1" dirty="0"/>
              <a:t>Dica para o aluno: Use </a:t>
            </a:r>
            <a:r>
              <a:rPr lang="pt-BR" i="1" dirty="0" err="1"/>
              <a:t>sabe_python</a:t>
            </a:r>
            <a:r>
              <a:rPr lang="pt-BR" i="1" dirty="0"/>
              <a:t> == 1 para transformar a resposta de </a:t>
            </a:r>
            <a:r>
              <a:rPr lang="pt-BR" i="1" dirty="0" err="1"/>
              <a:t>int</a:t>
            </a:r>
            <a:r>
              <a:rPr lang="pt-BR" i="1" dirty="0"/>
              <a:t> para booleano na hora da avaliação.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7620571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661</Words>
  <Application>Microsoft Office PowerPoint</Application>
  <PresentationFormat>Widescreen</PresentationFormat>
  <Paragraphs>45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Cambria Math</vt:lpstr>
      <vt:lpstr>Tema do Office</vt:lpstr>
      <vt:lpstr>🚀 Desafio 1:</vt:lpstr>
      <vt:lpstr> 💱 Desafio 2: O Conversor de Moedas (Matemática Básica e Casting) </vt:lpstr>
      <vt:lpstr>🍕 Desafio 3: A Divisão da Pizza (Divisão Inteira e Módulo) </vt:lpstr>
      <vt:lpstr>🎢 Desafio 4: A Catraca do Parque (Operadores Relacionais) </vt:lpstr>
      <vt:lpstr> 🚀 Desafio 5: Filtro de Estágio  (Boss Fight - Lógica Completa)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Celso Ricardo de Carvalho</dc:creator>
  <cp:lastModifiedBy>Celso Carvalho</cp:lastModifiedBy>
  <cp:revision>1</cp:revision>
  <dcterms:created xsi:type="dcterms:W3CDTF">2026-08-16T23:28:05Z</dcterms:created>
  <dcterms:modified xsi:type="dcterms:W3CDTF">2026-08-17T00:03:22Z</dcterms:modified>
</cp:coreProperties>
</file>